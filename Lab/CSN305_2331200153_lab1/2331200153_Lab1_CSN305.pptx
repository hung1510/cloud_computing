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77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254"/>
          </a:solidFill>
          <a:ln w="12700">
            <a:solidFill>
              <a:srgbClr val="1E32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</a:t>
            </a:r>
            <a:r>
              <a:rPr lang="en-US" sz="1600" b="1" dirty="0" smtClean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  <a:p>
            <a:pPr marL="0" indent="0">
              <a:buNone/>
            </a:pPr>
            <a:r>
              <a:rPr lang="en-US" sz="1600" b="1" dirty="0" smtClean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Trần Gia </a:t>
            </a:r>
            <a:r>
              <a:rPr lang="en-US" sz="1600" b="1" dirty="0" smtClean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Hưng - 2331200153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AWS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530352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Kumar Kasera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60350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AWS Account Setup &amp; Console Exploration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logged into the AWS Management Console and explored core services including EC2, S3, and IAM.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536192"/>
            <a:ext cx="859536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IAM Users &amp; Groups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pre-created users (user-1, user-2, user-3) and three groups (EC2-Admin, EC2-Support, S3-Support) were inspected.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81328"/>
            <a:ext cx="4206240" cy="292608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481328"/>
            <a:ext cx="4206240" cy="2926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44398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 list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63440" y="444398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user-1 permissions (none)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Inspecting IAM Policies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32104"/>
            <a:ext cx="182880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269748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13232"/>
            <a:ext cx="2697480" cy="29260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731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104241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AmazonEC2ReadOnlyAccess (Managed)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" y="1417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Describe EC2, ELB, CloudWatch, Auto Scaling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920240"/>
            <a:ext cx="2587752" cy="2560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154680" y="713232"/>
            <a:ext cx="269748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4680" y="713232"/>
            <a:ext cx="269748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731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S3-Support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9544" y="104241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AmazonS3ReadOnlyAccess (Managed)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09544" y="1417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&amp; List resources in Amazon S3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9544" y="1920240"/>
            <a:ext cx="2587752" cy="2560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035040" y="713232"/>
            <a:ext cx="269748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35040" y="713232"/>
            <a:ext cx="269748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80760" y="731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EC2-Admin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089904" y="1042416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Policy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089904" y="1417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 Start &amp; Stop EC2 instances</a:t>
            </a:r>
            <a:endParaRPr lang="en-US" sz="9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89904" y="1920240"/>
            <a:ext cx="2587752" cy="2560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Structure: Effect (Allow/Deny)  →  Action (API calls)  →  Resource (scope)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Add Users to Groups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90604"/>
              </p:ext>
            </p:extLst>
          </p:nvPr>
        </p:nvGraphicFramePr>
        <p:xfrm>
          <a:off x="457200" y="771210"/>
          <a:ext cx="5029200" cy="1417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Inherited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AmazonS3ReadOnlyAccess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AmazonEC2ReadOnlyAccess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Inline Policy (Start/Stop)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713232"/>
            <a:ext cx="3383280" cy="18745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2240280"/>
            <a:ext cx="8595360" cy="2423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" y="47000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now show 1 user each 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– Static Website Deployment with Amazon S3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" y="896112"/>
            <a:ext cx="182880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31520"/>
            <a:ext cx="2743200" cy="3977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86968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86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886968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S3 bucket with unique naming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99616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99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499616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'Block all public access'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12264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12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11226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index.html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24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2724912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static website hosting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3337560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bucket policy for public read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237744" cy="23774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950208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website endpoint in browser ✓</a:t>
            </a:r>
            <a:endParaRPr lang="en-US" sz="10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4680" y="749808"/>
            <a:ext cx="5669280" cy="77724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4680" y="1600200"/>
            <a:ext cx="5669280" cy="1234440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54680" y="2907792"/>
            <a:ext cx="566928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– Launching EC2 Instance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" y="800100"/>
            <a:ext cx="182880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4980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54480" y="749808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74980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 (Free Tier)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1887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4480" y="1188720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/ t3.micro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627632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62763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54480" y="1627632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pair for SSH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066544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06654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554480" y="2066544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72768" y="206654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SSH (port 22)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05456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5054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Method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554480" y="2505456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250545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/ AWS CLI / Terraform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4368"/>
            <a:ext cx="128016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9443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54480" y="2944368"/>
            <a:ext cx="2560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72768" y="29443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-a command output</a:t>
            </a:r>
            <a:endParaRPr lang="en-US" sz="9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731520"/>
            <a:ext cx="457200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– Terminating the EC2 Instance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7452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crucial to terminate instances no longer in use to avoid unnecessary costs.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697480" cy="2194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89888"/>
            <a:ext cx="2697480" cy="2926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40817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(GUI)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EC2 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instance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Instance State → Terminate instance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termination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389888"/>
            <a:ext cx="2697480" cy="2194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389888"/>
            <a:ext cx="2697480" cy="292608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140817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71907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terminate-instances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--instance-ids &lt;your-id&gt;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389888"/>
            <a:ext cx="2697480" cy="2194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389888"/>
            <a:ext cx="269748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408176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71907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your main.tf directory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terraform destroy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yes to confirm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provisioned resources removed</a:t>
            </a:r>
            <a:endParaRPr lang="en-US" sz="9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657600"/>
            <a:ext cx="8595360" cy="10515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74320" y="47274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successfully terminated 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8686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– Reflection Questions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– AWS Global Infrastructure  |  EIU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46528" y="2044148"/>
            <a:ext cx="1828800" cy="2560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49808"/>
            <a:ext cx="8595360" cy="18745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49808"/>
            <a:ext cx="64008" cy="187452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8638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felt different about deploying in the cloud vs. using your personal computer?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14300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on AWS removes all physical constraints. Unlike a local machine limited by hardware, power, and cooling, AWS provides on-demand infrastructure. The pay-as-you-go pricing model means we only pay for what we use, and scaling is instant. AWS IAM also introduces granular access control — defining exactly what each user or service is allowed to do — making cloud environments significantly more secure than a shared local machine.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1920240"/>
          </a:xfrm>
          <a:prstGeom prst="rect">
            <a:avLst/>
          </a:prstGeom>
          <a:solidFill>
            <a:srgbClr val="EAFAF1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88920"/>
            <a:ext cx="64008" cy="19202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2549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does cloud computing change the way organizations build and deliver software?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transformed software delivery from slow, capital-heavy data centers to agile, on-demand infrastructure. Teams provision global resources instantly, CI/CD pipelines push updates daily, and services like S3, EC2, RDS, and IAM let developers focus on business logic rather than server management. Automatic scaling handles unexpected demand, and built-in redundancy ensures reliability without manual intervention — enabling organizations to operate faster, at lower cost, and globally.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629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1: Exploring AWS Global Infrastructure</dc:title>
  <dc:subject>PptxGenJS Presentation</dc:subject>
  <dc:creator>PptxGenJS</dc:creator>
  <cp:lastModifiedBy>Hưng Phạm Trần Gia</cp:lastModifiedBy>
  <cp:revision>4</cp:revision>
  <dcterms:created xsi:type="dcterms:W3CDTF">2026-04-09T09:09:22Z</dcterms:created>
  <dcterms:modified xsi:type="dcterms:W3CDTF">2026-04-09T09:18:47Z</dcterms:modified>
</cp:coreProperties>
</file>